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3" r:id="rId6"/>
    <p:sldId id="258" r:id="rId7"/>
    <p:sldId id="262" r:id="rId8"/>
    <p:sldId id="259" r:id="rId9"/>
    <p:sldId id="264" r:id="rId1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11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10" d="100"/>
          <a:sy n="310" d="100"/>
        </p:scale>
        <p:origin x="-7116" y="-37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F2E695-9576-C661-EE58-9E6D0B0D9D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671889B8-0319-878D-68B8-BE8D3E39F67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7C6355-448D-6B74-D0F8-2756DB369B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BD8EFEE-426D-629F-F560-D1F17B86F8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1CC654-9B44-420D-7031-46B01056D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2975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689B76-BEC6-868E-8DDD-9DCD9E851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BE8C531-03A9-9B5D-CF80-E67AD9E5D0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8A7B578-F13B-19AA-0F76-0719485AF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E25A66-4C8A-EE7F-BEA5-4122F28DB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DB16E00-8D7D-487F-0112-DF4FC6E9C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88128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D41D29-AA64-AF90-2499-08BCE41AE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CFFDF25-7C14-769F-1A69-42F5E79E07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E5489F4-484D-D3DF-E8AB-61272E4ABC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4B32233-E293-5252-6DA4-3F455269B6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504E9AE-4111-FF9F-EECF-CADF19915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098713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9B4828-1921-C8CD-3DEB-53333493D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EB8934D-7705-5422-9872-21133347EBF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4A23553-A3AF-0763-D9A2-E8F4A4991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9ED7616-1E15-4B30-E257-F0D76FF86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5B674D4-9BDC-3A40-52C1-731BB13E8E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80DCFEA-D2E3-40E2-973B-C13AA9D268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643658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3B0EBB-BF69-0ACD-9DDF-F3C3F5FD29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BE7D574-91B8-38FD-4F89-4125CDD6EA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8BFA43F-2669-C64E-03C4-583B49159A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3B926C20-AB42-BD58-92E1-CEE49A2CD5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3A90908-084B-622E-FD8A-648E8091B1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349AC29-499B-613E-2829-F0ED5DA36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1CFE4544-C95E-9A25-59AF-B04FEC7474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36E5A945-76D3-5EC7-237C-A799192949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477512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558EB-95E7-4E3A-5601-4DA312E47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9762BA8-C76E-A6C8-B4FE-561151E00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2C28A46-75C3-D0E0-111A-846BA7E6C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7875415-EA1F-2A23-2B7F-0A72036BD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790509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B00D7A9B-8BDA-224C-9D4F-28EE2AA653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7F503D34-104D-6A50-6151-FC73B9911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6B5B17A-DA7B-A48F-53FA-2BBC97FDD0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87330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4CFD6C-F0CF-5A14-3D36-47C61F247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34ADF7-E1F9-8E28-129D-91A1CCB398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B8CF1618-D13F-53F2-2107-9EE8A298D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190527-6859-BA7C-4155-FE32C58CF0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2408AA2-9E6E-CE85-9A20-E6C53BA36F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7F1D542-39CC-D386-8AC2-FEBC9454E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47530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4F321D1-909D-81AB-1500-B60980C33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716AC83B-E306-354D-9E87-00CCEAAB473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27D1B95B-14D4-1D08-F4EB-4286BB0CCF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E858879-138C-E8DB-45EE-2DFB75B48A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E705E3B-0377-7635-DBEA-1B5C9EABA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1CDEEC9-C3D3-9822-C6A5-D859D0E624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31079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51DABBB-3675-AEC2-67DA-45BB7DAFB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BBE4C757-9F2A-8322-4EB6-A28C4A5F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BFAA46C-ACBF-C95C-A1E7-732E3BBD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331D1A8-803F-2556-8917-3527529A1B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55D5F38-B448-6832-1582-FA6284ADC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820472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5D9E2DF1-F98B-122C-8198-6BAB8228DB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DFD8B96-8571-F0E0-6F4E-E9C4ADAE81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FC2B9B7-1432-9694-B884-DAD41145A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B1A7FEE-C6E2-81D7-3088-216E718D3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722E6CE-329C-06EA-BEE4-E5F150DA6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698065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FE942251-4053-B4AB-7721-9A1A3FE252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35825BD-E825-A6EB-F9CD-C908BD2307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07D9C0E-165F-E149-759F-FCF675663A2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169F67-FBE8-437D-8D9C-565492D9862F}" type="datetimeFigureOut">
              <a:rPr lang="de-DE" smtClean="0"/>
              <a:t>05.01.2025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636BC49-16E0-B82C-E3D8-8CA30645D6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ACA3957-951B-3987-E6A6-2E85001B52F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13B5FF-55E6-499B-A0BA-1D61CBDA5B6D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324828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ABC2F2-560C-0376-8481-BCF57ED6DAA1}"/>
              </a:ext>
            </a:extLst>
          </p:cNvPr>
          <p:cNvSpPr/>
          <p:nvPr/>
        </p:nvSpPr>
        <p:spPr>
          <a:xfrm>
            <a:off x="1902773" y="106580"/>
            <a:ext cx="6779466" cy="6644839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" name="Grafik 4">
            <a:extLst>
              <a:ext uri="{FF2B5EF4-FFF2-40B4-BE49-F238E27FC236}">
                <a16:creationId xmlns:a16="http://schemas.microsoft.com/office/drawing/2014/main" id="{FE4752A5-87F6-DC8B-13AC-1EF48FDAF556}"/>
              </a:ext>
            </a:extLst>
          </p:cNvPr>
          <p:cNvGrpSpPr/>
          <p:nvPr/>
        </p:nvGrpSpPr>
        <p:grpSpPr>
          <a:xfrm>
            <a:off x="4638506" y="576249"/>
            <a:ext cx="3202833" cy="5270369"/>
            <a:chOff x="4032288" y="49226"/>
            <a:chExt cx="4129542" cy="6760862"/>
          </a:xfrm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E96B609A-A200-BFE8-6146-3BFD94EE6120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  <a:gd name="connsiteX9" fmla="*/ 2062825 w 4129542"/>
                <a:gd name="connsiteY9" fmla="*/ -3486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lnTo>
                    <a:pt x="2062825" y="-3486"/>
                  </a:lnTo>
                </a:path>
              </a:pathLst>
            </a:custGeom>
            <a:solidFill>
              <a:srgbClr val="FFFFFF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CBEC3B89-DCE1-AF29-ACAD-DB921847FDC3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42340D18-EBB4-6BB7-0ACB-E73601C02058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7AA5D95-034B-3CC6-ACB9-5C3B248B60C3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926C69E-A33B-9BC9-A4A0-384BF3FC5035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28B6948F-902E-A84C-A4AD-5CC9C14F7B76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B28D0296-719B-B683-280E-50C7D5211230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FD53F38-9B57-1B09-F6F4-457E94BCBCE6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1F03E160-6449-BDCE-EA60-9AE65D28C4ED}"/>
              </a:ext>
            </a:extLst>
          </p:cNvPr>
          <p:cNvGrpSpPr/>
          <p:nvPr/>
        </p:nvGrpSpPr>
        <p:grpSpPr>
          <a:xfrm>
            <a:off x="1972545" y="4491759"/>
            <a:ext cx="2987502" cy="2973068"/>
            <a:chOff x="1651004" y="3726744"/>
            <a:chExt cx="2987502" cy="2973068"/>
          </a:xfrm>
        </p:grpSpPr>
        <p:sp>
          <p:nvSpPr>
            <p:cNvPr id="17" name="Bogen 16">
              <a:extLst>
                <a:ext uri="{FF2B5EF4-FFF2-40B4-BE49-F238E27FC236}">
                  <a16:creationId xmlns:a16="http://schemas.microsoft.com/office/drawing/2014/main" id="{BB19793F-4601-DE08-02DD-C9F163B8A599}"/>
                </a:ext>
              </a:extLst>
            </p:cNvPr>
            <p:cNvSpPr/>
            <p:nvPr/>
          </p:nvSpPr>
          <p:spPr>
            <a:xfrm>
              <a:off x="2306786" y="3726744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Bogen 17">
              <a:extLst>
                <a:ext uri="{FF2B5EF4-FFF2-40B4-BE49-F238E27FC236}">
                  <a16:creationId xmlns:a16="http://schemas.microsoft.com/office/drawing/2014/main" id="{EDE7F55F-92CD-603E-0B62-34F02B0C6BE3}"/>
                </a:ext>
              </a:extLst>
            </p:cNvPr>
            <p:cNvSpPr/>
            <p:nvPr/>
          </p:nvSpPr>
          <p:spPr>
            <a:xfrm>
              <a:off x="1978895" y="4065706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Bogen 18">
              <a:extLst>
                <a:ext uri="{FF2B5EF4-FFF2-40B4-BE49-F238E27FC236}">
                  <a16:creationId xmlns:a16="http://schemas.microsoft.com/office/drawing/2014/main" id="{1DF0921E-52D0-FD67-F583-A2394A327BD5}"/>
                </a:ext>
              </a:extLst>
            </p:cNvPr>
            <p:cNvSpPr/>
            <p:nvPr/>
          </p:nvSpPr>
          <p:spPr>
            <a:xfrm>
              <a:off x="1651004" y="4404668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25503922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ABC2F2-560C-0376-8481-BCF57ED6DAA1}"/>
              </a:ext>
            </a:extLst>
          </p:cNvPr>
          <p:cNvSpPr/>
          <p:nvPr/>
        </p:nvSpPr>
        <p:spPr>
          <a:xfrm>
            <a:off x="2204625" y="189000"/>
            <a:ext cx="6480000" cy="64800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" name="Grafik 4">
            <a:extLst>
              <a:ext uri="{FF2B5EF4-FFF2-40B4-BE49-F238E27FC236}">
                <a16:creationId xmlns:a16="http://schemas.microsoft.com/office/drawing/2014/main" id="{FE4752A5-87F6-DC8B-13AC-1EF48FDAF556}"/>
              </a:ext>
            </a:extLst>
          </p:cNvPr>
          <p:cNvGrpSpPr/>
          <p:nvPr/>
        </p:nvGrpSpPr>
        <p:grpSpPr>
          <a:xfrm>
            <a:off x="4638506" y="576249"/>
            <a:ext cx="3202833" cy="5270369"/>
            <a:chOff x="4032288" y="49226"/>
            <a:chExt cx="4129542" cy="6760862"/>
          </a:xfrm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E96B609A-A200-BFE8-6146-3BFD94EE6120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  <a:gd name="connsiteX9" fmla="*/ 2062825 w 4129542"/>
                <a:gd name="connsiteY9" fmla="*/ -3486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lnTo>
                    <a:pt x="2062825" y="-3486"/>
                  </a:lnTo>
                </a:path>
              </a:pathLst>
            </a:custGeom>
            <a:solidFill>
              <a:srgbClr val="FFFFFF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CBEC3B89-DCE1-AF29-ACAD-DB921847FDC3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42340D18-EBB4-6BB7-0ACB-E73601C02058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7AA5D95-034B-3CC6-ACB9-5C3B248B60C3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926C69E-A33B-9BC9-A4A0-384BF3FC5035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28B6948F-902E-A84C-A4AD-5CC9C14F7B76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B28D0296-719B-B683-280E-50C7D5211230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FD53F38-9B57-1B09-F6F4-457E94BCBCE6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1F03E160-6449-BDCE-EA60-9AE65D28C4ED}"/>
              </a:ext>
            </a:extLst>
          </p:cNvPr>
          <p:cNvGrpSpPr/>
          <p:nvPr/>
        </p:nvGrpSpPr>
        <p:grpSpPr>
          <a:xfrm>
            <a:off x="1972545" y="4491759"/>
            <a:ext cx="2987502" cy="2973068"/>
            <a:chOff x="1651004" y="3726744"/>
            <a:chExt cx="2987502" cy="2973068"/>
          </a:xfrm>
        </p:grpSpPr>
        <p:sp>
          <p:nvSpPr>
            <p:cNvPr id="17" name="Bogen 16">
              <a:extLst>
                <a:ext uri="{FF2B5EF4-FFF2-40B4-BE49-F238E27FC236}">
                  <a16:creationId xmlns:a16="http://schemas.microsoft.com/office/drawing/2014/main" id="{BB19793F-4601-DE08-02DD-C9F163B8A599}"/>
                </a:ext>
              </a:extLst>
            </p:cNvPr>
            <p:cNvSpPr/>
            <p:nvPr/>
          </p:nvSpPr>
          <p:spPr>
            <a:xfrm>
              <a:off x="2306786" y="3726744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Bogen 17">
              <a:extLst>
                <a:ext uri="{FF2B5EF4-FFF2-40B4-BE49-F238E27FC236}">
                  <a16:creationId xmlns:a16="http://schemas.microsoft.com/office/drawing/2014/main" id="{EDE7F55F-92CD-603E-0B62-34F02B0C6BE3}"/>
                </a:ext>
              </a:extLst>
            </p:cNvPr>
            <p:cNvSpPr/>
            <p:nvPr/>
          </p:nvSpPr>
          <p:spPr>
            <a:xfrm>
              <a:off x="1978895" y="4065706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Bogen 18">
              <a:extLst>
                <a:ext uri="{FF2B5EF4-FFF2-40B4-BE49-F238E27FC236}">
                  <a16:creationId xmlns:a16="http://schemas.microsoft.com/office/drawing/2014/main" id="{1DF0921E-52D0-FD67-F583-A2394A327BD5}"/>
                </a:ext>
              </a:extLst>
            </p:cNvPr>
            <p:cNvSpPr/>
            <p:nvPr/>
          </p:nvSpPr>
          <p:spPr>
            <a:xfrm>
              <a:off x="1651004" y="4404668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789062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ABC2F2-560C-0376-8481-BCF57ED6DAA1}"/>
              </a:ext>
            </a:extLst>
          </p:cNvPr>
          <p:cNvSpPr/>
          <p:nvPr/>
        </p:nvSpPr>
        <p:spPr>
          <a:xfrm>
            <a:off x="2204625" y="189000"/>
            <a:ext cx="6480000" cy="64800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" name="Grafik 4">
            <a:extLst>
              <a:ext uri="{FF2B5EF4-FFF2-40B4-BE49-F238E27FC236}">
                <a16:creationId xmlns:a16="http://schemas.microsoft.com/office/drawing/2014/main" id="{FE4752A5-87F6-DC8B-13AC-1EF48FDAF556}"/>
              </a:ext>
            </a:extLst>
          </p:cNvPr>
          <p:cNvGrpSpPr/>
          <p:nvPr/>
        </p:nvGrpSpPr>
        <p:grpSpPr>
          <a:xfrm>
            <a:off x="6492287" y="780842"/>
            <a:ext cx="1394772" cy="2295144"/>
            <a:chOff x="4032288" y="49226"/>
            <a:chExt cx="4129542" cy="6760862"/>
          </a:xfrm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E96B609A-A200-BFE8-6146-3BFD94EE6120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  <a:gd name="connsiteX9" fmla="*/ 2062825 w 4129542"/>
                <a:gd name="connsiteY9" fmla="*/ -3486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lnTo>
                    <a:pt x="2062825" y="-3486"/>
                  </a:lnTo>
                </a:path>
              </a:pathLst>
            </a:custGeom>
            <a:solidFill>
              <a:srgbClr val="FFFFFF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CBEC3B89-DCE1-AF29-ACAD-DB921847FDC3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42340D18-EBB4-6BB7-0ACB-E73601C02058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7AA5D95-034B-3CC6-ACB9-5C3B248B60C3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926C69E-A33B-9BC9-A4A0-384BF3FC5035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28B6948F-902E-A84C-A4AD-5CC9C14F7B76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B28D0296-719B-B683-280E-50C7D5211230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FD53F38-9B57-1B09-F6F4-457E94BCBCE6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1F03E160-6449-BDCE-EA60-9AE65D28C4ED}"/>
              </a:ext>
            </a:extLst>
          </p:cNvPr>
          <p:cNvGrpSpPr/>
          <p:nvPr/>
        </p:nvGrpSpPr>
        <p:grpSpPr>
          <a:xfrm>
            <a:off x="1495485" y="2340262"/>
            <a:ext cx="4996623" cy="5215104"/>
            <a:chOff x="1651004" y="3726744"/>
            <a:chExt cx="2987502" cy="2973068"/>
          </a:xfrm>
        </p:grpSpPr>
        <p:sp>
          <p:nvSpPr>
            <p:cNvPr id="17" name="Bogen 16">
              <a:extLst>
                <a:ext uri="{FF2B5EF4-FFF2-40B4-BE49-F238E27FC236}">
                  <a16:creationId xmlns:a16="http://schemas.microsoft.com/office/drawing/2014/main" id="{BB19793F-4601-DE08-02DD-C9F163B8A599}"/>
                </a:ext>
              </a:extLst>
            </p:cNvPr>
            <p:cNvSpPr/>
            <p:nvPr/>
          </p:nvSpPr>
          <p:spPr>
            <a:xfrm>
              <a:off x="2306786" y="3726744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8" name="Bogen 17">
              <a:extLst>
                <a:ext uri="{FF2B5EF4-FFF2-40B4-BE49-F238E27FC236}">
                  <a16:creationId xmlns:a16="http://schemas.microsoft.com/office/drawing/2014/main" id="{EDE7F55F-92CD-603E-0B62-34F02B0C6BE3}"/>
                </a:ext>
              </a:extLst>
            </p:cNvPr>
            <p:cNvSpPr/>
            <p:nvPr/>
          </p:nvSpPr>
          <p:spPr>
            <a:xfrm>
              <a:off x="1978895" y="4065706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19" name="Bogen 18">
              <a:extLst>
                <a:ext uri="{FF2B5EF4-FFF2-40B4-BE49-F238E27FC236}">
                  <a16:creationId xmlns:a16="http://schemas.microsoft.com/office/drawing/2014/main" id="{1DF0921E-52D0-FD67-F583-A2394A327BD5}"/>
                </a:ext>
              </a:extLst>
            </p:cNvPr>
            <p:cNvSpPr/>
            <p:nvPr/>
          </p:nvSpPr>
          <p:spPr>
            <a:xfrm>
              <a:off x="1651004" y="4404668"/>
              <a:ext cx="2331720" cy="2295144"/>
            </a:xfrm>
            <a:prstGeom prst="arc">
              <a:avLst/>
            </a:prstGeom>
            <a:ln w="19050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</p:spTree>
    <p:extLst>
      <p:ext uri="{BB962C8B-B14F-4D97-AF65-F5344CB8AC3E}">
        <p14:creationId xmlns:p14="http://schemas.microsoft.com/office/powerpoint/2010/main" val="1684460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ABC2F2-560C-0376-8481-BCF57ED6DAA1}"/>
              </a:ext>
            </a:extLst>
          </p:cNvPr>
          <p:cNvSpPr/>
          <p:nvPr/>
        </p:nvSpPr>
        <p:spPr>
          <a:xfrm>
            <a:off x="2204625" y="189000"/>
            <a:ext cx="6480000" cy="64800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grpSp>
        <p:nvGrpSpPr>
          <p:cNvPr id="6" name="Grafik 4">
            <a:extLst>
              <a:ext uri="{FF2B5EF4-FFF2-40B4-BE49-F238E27FC236}">
                <a16:creationId xmlns:a16="http://schemas.microsoft.com/office/drawing/2014/main" id="{FE4752A5-87F6-DC8B-13AC-1EF48FDAF556}"/>
              </a:ext>
            </a:extLst>
          </p:cNvPr>
          <p:cNvGrpSpPr/>
          <p:nvPr/>
        </p:nvGrpSpPr>
        <p:grpSpPr>
          <a:xfrm>
            <a:off x="6492287" y="780842"/>
            <a:ext cx="1394772" cy="2295144"/>
            <a:chOff x="4032288" y="49226"/>
            <a:chExt cx="4129542" cy="6760862"/>
          </a:xfrm>
        </p:grpSpPr>
        <p:sp>
          <p:nvSpPr>
            <p:cNvPr id="7" name="Freihandform: Form 6">
              <a:extLst>
                <a:ext uri="{FF2B5EF4-FFF2-40B4-BE49-F238E27FC236}">
                  <a16:creationId xmlns:a16="http://schemas.microsoft.com/office/drawing/2014/main" id="{E96B609A-A200-BFE8-6146-3BFD94EE6120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  <a:gd name="connsiteX9" fmla="*/ 2062825 w 4129542"/>
                <a:gd name="connsiteY9" fmla="*/ -3486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lnTo>
                    <a:pt x="2062825" y="-3486"/>
                  </a:lnTo>
                </a:path>
              </a:pathLst>
            </a:custGeom>
            <a:solidFill>
              <a:srgbClr val="FFFFFF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8" name="Freihandform: Form 7">
              <a:extLst>
                <a:ext uri="{FF2B5EF4-FFF2-40B4-BE49-F238E27FC236}">
                  <a16:creationId xmlns:a16="http://schemas.microsoft.com/office/drawing/2014/main" id="{CBEC3B89-DCE1-AF29-ACAD-DB921847FDC3}"/>
                </a:ext>
              </a:extLst>
            </p:cNvPr>
            <p:cNvSpPr/>
            <p:nvPr/>
          </p:nvSpPr>
          <p:spPr>
            <a:xfrm flipV="1">
              <a:off x="4032288" y="49226"/>
              <a:ext cx="4129542" cy="6760862"/>
            </a:xfrm>
            <a:custGeom>
              <a:avLst/>
              <a:gdLst>
                <a:gd name="connsiteX0" fmla="*/ 2062825 w 4129542"/>
                <a:gd name="connsiteY0" fmla="*/ -3486 h 6760862"/>
                <a:gd name="connsiteX1" fmla="*/ 264879 w 4129542"/>
                <a:gd name="connsiteY1" fmla="*/ 2692249 h 6760862"/>
                <a:gd name="connsiteX2" fmla="*/ 264879 w 4129542"/>
                <a:gd name="connsiteY2" fmla="*/ 4611001 h 6760862"/>
                <a:gd name="connsiteX3" fmla="*/ 1110420 w 4129542"/>
                <a:gd name="connsiteY3" fmla="*/ 6757373 h 6760862"/>
                <a:gd name="connsiteX4" fmla="*/ 1785225 w 4129542"/>
                <a:gd name="connsiteY4" fmla="*/ 5302066 h 6760862"/>
                <a:gd name="connsiteX5" fmla="*/ 2340426 w 4129542"/>
                <a:gd name="connsiteY5" fmla="*/ 5302066 h 6760862"/>
                <a:gd name="connsiteX6" fmla="*/ 3015231 w 4129542"/>
                <a:gd name="connsiteY6" fmla="*/ 6757373 h 6760862"/>
                <a:gd name="connsiteX7" fmla="*/ 3860772 w 4129542"/>
                <a:gd name="connsiteY7" fmla="*/ 4611001 h 6760862"/>
                <a:gd name="connsiteX8" fmla="*/ 3860772 w 4129542"/>
                <a:gd name="connsiteY8" fmla="*/ 2692249 h 67608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129542" h="6760862">
                  <a:moveTo>
                    <a:pt x="2062825" y="-3486"/>
                  </a:moveTo>
                  <a:cubicBezTo>
                    <a:pt x="2060959" y="-6279"/>
                    <a:pt x="433066" y="2440078"/>
                    <a:pt x="264879" y="2692249"/>
                  </a:cubicBezTo>
                  <a:cubicBezTo>
                    <a:pt x="-191994" y="3377255"/>
                    <a:pt x="26635" y="4006221"/>
                    <a:pt x="264879" y="4611001"/>
                  </a:cubicBezTo>
                  <a:lnTo>
                    <a:pt x="1110420" y="6757373"/>
                  </a:lnTo>
                  <a:lnTo>
                    <a:pt x="1785225" y="5302066"/>
                  </a:lnTo>
                  <a:cubicBezTo>
                    <a:pt x="1928631" y="5351553"/>
                    <a:pt x="2197019" y="5351212"/>
                    <a:pt x="2340426" y="5302066"/>
                  </a:cubicBezTo>
                  <a:lnTo>
                    <a:pt x="3015231" y="6757373"/>
                  </a:lnTo>
                  <a:lnTo>
                    <a:pt x="3860772" y="4611001"/>
                  </a:lnTo>
                  <a:cubicBezTo>
                    <a:pt x="4099009" y="4006221"/>
                    <a:pt x="4317638" y="3377255"/>
                    <a:pt x="3860772" y="269224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9" name="Freihandform: Form 8">
              <a:extLst>
                <a:ext uri="{FF2B5EF4-FFF2-40B4-BE49-F238E27FC236}">
                  <a16:creationId xmlns:a16="http://schemas.microsoft.com/office/drawing/2014/main" id="{42340D18-EBB4-6BB7-0ACB-E73601C02058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0" name="Freihandform: Form 9">
              <a:extLst>
                <a:ext uri="{FF2B5EF4-FFF2-40B4-BE49-F238E27FC236}">
                  <a16:creationId xmlns:a16="http://schemas.microsoft.com/office/drawing/2014/main" id="{77AA5D95-034B-3CC6-ACB9-5C3B248B60C3}"/>
                </a:ext>
              </a:extLst>
            </p:cNvPr>
            <p:cNvSpPr/>
            <p:nvPr/>
          </p:nvSpPr>
          <p:spPr>
            <a:xfrm flipV="1">
              <a:off x="4340540" y="2731118"/>
              <a:ext cx="1462221" cy="1573903"/>
            </a:xfrm>
            <a:custGeom>
              <a:avLst/>
              <a:gdLst>
                <a:gd name="connsiteX0" fmla="*/ 1086785 w 1462221"/>
                <a:gd name="connsiteY0" fmla="*/ 1099431 h 1573903"/>
                <a:gd name="connsiteX1" fmla="*/ 1368816 w 1462221"/>
                <a:gd name="connsiteY1" fmla="*/ 62617 h 1573903"/>
                <a:gd name="connsiteX2" fmla="*/ 373620 w 1462221"/>
                <a:gd name="connsiteY2" fmla="*/ 467730 h 1573903"/>
                <a:gd name="connsiteX3" fmla="*/ 91599 w 1462221"/>
                <a:gd name="connsiteY3" fmla="*/ 1504544 h 1573903"/>
                <a:gd name="connsiteX4" fmla="*/ 1086785 w 1462221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1" h="1573903">
                  <a:moveTo>
                    <a:pt x="1086785" y="1099431"/>
                  </a:moveTo>
                  <a:cubicBezTo>
                    <a:pt x="1438517" y="702337"/>
                    <a:pt x="1565211" y="236582"/>
                    <a:pt x="1368816" y="62617"/>
                  </a:cubicBezTo>
                  <a:cubicBezTo>
                    <a:pt x="1172412" y="-111349"/>
                    <a:pt x="725355" y="70636"/>
                    <a:pt x="373620" y="467730"/>
                  </a:cubicBezTo>
                  <a:cubicBezTo>
                    <a:pt x="21890" y="864824"/>
                    <a:pt x="-104804" y="1330579"/>
                    <a:pt x="91599" y="1504544"/>
                  </a:cubicBezTo>
                  <a:cubicBezTo>
                    <a:pt x="288001" y="1678510"/>
                    <a:pt x="735052" y="1496525"/>
                    <a:pt x="1086785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1" name="Freihandform: Form 10">
              <a:extLst>
                <a:ext uri="{FF2B5EF4-FFF2-40B4-BE49-F238E27FC236}">
                  <a16:creationId xmlns:a16="http://schemas.microsoft.com/office/drawing/2014/main" id="{D926C69E-A33B-9BC9-A4A0-384BF3FC5035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2" name="Freihandform: Form 11">
              <a:extLst>
                <a:ext uri="{FF2B5EF4-FFF2-40B4-BE49-F238E27FC236}">
                  <a16:creationId xmlns:a16="http://schemas.microsoft.com/office/drawing/2014/main" id="{28B6948F-902E-A84C-A4AD-5CC9C14F7B76}"/>
                </a:ext>
              </a:extLst>
            </p:cNvPr>
            <p:cNvSpPr/>
            <p:nvPr/>
          </p:nvSpPr>
          <p:spPr>
            <a:xfrm flipV="1">
              <a:off x="5531070" y="4642847"/>
              <a:ext cx="1131446" cy="973461"/>
            </a:xfrm>
            <a:custGeom>
              <a:avLst/>
              <a:gdLst>
                <a:gd name="connsiteX0" fmla="*/ 678569 w 1131446"/>
                <a:gd name="connsiteY0" fmla="*/ 906739 h 973461"/>
                <a:gd name="connsiteX1" fmla="*/ 1114557 w 1131446"/>
                <a:gd name="connsiteY1" fmla="*/ 150200 h 973461"/>
                <a:gd name="connsiteX2" fmla="*/ 938222 w 1131446"/>
                <a:gd name="connsiteY2" fmla="*/ 47486 h 973461"/>
                <a:gd name="connsiteX3" fmla="*/ 564043 w 1131446"/>
                <a:gd name="connsiteY3" fmla="*/ 696478 h 973461"/>
                <a:gd name="connsiteX4" fmla="*/ 189362 w 1131446"/>
                <a:gd name="connsiteY4" fmla="*/ 46736 h 973461"/>
                <a:gd name="connsiteX5" fmla="*/ 11953 w 1131446"/>
                <a:gd name="connsiteY5" fmla="*/ 150354 h 973461"/>
                <a:gd name="connsiteX6" fmla="*/ 450140 w 1131446"/>
                <a:gd name="connsiteY6" fmla="*/ 907676 h 973461"/>
                <a:gd name="connsiteX7" fmla="*/ 678569 w 1131446"/>
                <a:gd name="connsiteY7" fmla="*/ 906739 h 9734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31446" h="973461">
                  <a:moveTo>
                    <a:pt x="678569" y="906739"/>
                  </a:moveTo>
                  <a:lnTo>
                    <a:pt x="1114557" y="150200"/>
                  </a:lnTo>
                  <a:cubicBezTo>
                    <a:pt x="1182212" y="32820"/>
                    <a:pt x="1001829" y="-62855"/>
                    <a:pt x="938222" y="47486"/>
                  </a:cubicBezTo>
                  <a:lnTo>
                    <a:pt x="564043" y="696478"/>
                  </a:lnTo>
                  <a:lnTo>
                    <a:pt x="189362" y="46736"/>
                  </a:lnTo>
                  <a:cubicBezTo>
                    <a:pt x="124979" y="-64917"/>
                    <a:pt x="-52592" y="38794"/>
                    <a:pt x="11953" y="150354"/>
                  </a:cubicBezTo>
                  <a:lnTo>
                    <a:pt x="450140" y="907676"/>
                  </a:lnTo>
                  <a:cubicBezTo>
                    <a:pt x="500487" y="994676"/>
                    <a:pt x="628775" y="993134"/>
                    <a:pt x="678569" y="906739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3" name="Freihandform: Form 12">
              <a:extLst>
                <a:ext uri="{FF2B5EF4-FFF2-40B4-BE49-F238E27FC236}">
                  <a16:creationId xmlns:a16="http://schemas.microsoft.com/office/drawing/2014/main" id="{B28D0296-719B-B683-280E-50C7D5211230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</a:path>
              </a:pathLst>
            </a:custGeom>
            <a:solidFill>
              <a:srgbClr val="000000"/>
            </a:solidFill>
            <a:ln w="852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  <p:sp>
          <p:nvSpPr>
            <p:cNvPr id="14" name="Freihandform: Form 13">
              <a:extLst>
                <a:ext uri="{FF2B5EF4-FFF2-40B4-BE49-F238E27FC236}">
                  <a16:creationId xmlns:a16="http://schemas.microsoft.com/office/drawing/2014/main" id="{8FD53F38-9B57-1B09-F6F4-457E94BCBCE6}"/>
                </a:ext>
              </a:extLst>
            </p:cNvPr>
            <p:cNvSpPr/>
            <p:nvPr/>
          </p:nvSpPr>
          <p:spPr>
            <a:xfrm flipV="1">
              <a:off x="6391347" y="2731118"/>
              <a:ext cx="1462223" cy="1573903"/>
            </a:xfrm>
            <a:custGeom>
              <a:avLst/>
              <a:gdLst>
                <a:gd name="connsiteX0" fmla="*/ 371537 w 1462223"/>
                <a:gd name="connsiteY0" fmla="*/ 1099431 h 1573903"/>
                <a:gd name="connsiteX1" fmla="*/ 89514 w 1462223"/>
                <a:gd name="connsiteY1" fmla="*/ 62617 h 1573903"/>
                <a:gd name="connsiteX2" fmla="*/ 1084707 w 1462223"/>
                <a:gd name="connsiteY2" fmla="*/ 467730 h 1573903"/>
                <a:gd name="connsiteX3" fmla="*/ 1366731 w 1462223"/>
                <a:gd name="connsiteY3" fmla="*/ 1504544 h 1573903"/>
                <a:gd name="connsiteX4" fmla="*/ 371537 w 1462223"/>
                <a:gd name="connsiteY4" fmla="*/ 1099431 h 15739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462223" h="1573903">
                  <a:moveTo>
                    <a:pt x="371537" y="1099431"/>
                  </a:moveTo>
                  <a:cubicBezTo>
                    <a:pt x="19805" y="702337"/>
                    <a:pt x="-106890" y="236582"/>
                    <a:pt x="89514" y="62617"/>
                  </a:cubicBezTo>
                  <a:cubicBezTo>
                    <a:pt x="285918" y="-111349"/>
                    <a:pt x="732976" y="70636"/>
                    <a:pt x="1084707" y="467730"/>
                  </a:cubicBezTo>
                  <a:cubicBezTo>
                    <a:pt x="1436440" y="864824"/>
                    <a:pt x="1563126" y="1330579"/>
                    <a:pt x="1366731" y="1504544"/>
                  </a:cubicBezTo>
                  <a:cubicBezTo>
                    <a:pt x="1170327" y="1678510"/>
                    <a:pt x="723269" y="1496525"/>
                    <a:pt x="371537" y="1099431"/>
                  </a:cubicBezTo>
                  <a:close/>
                </a:path>
              </a:pathLst>
            </a:custGeom>
            <a:noFill/>
            <a:ln w="1841" cap="flat">
              <a:solidFill>
                <a:srgbClr val="231F20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de-DE"/>
            </a:p>
          </p:txBody>
        </p:sp>
      </p:grpSp>
      <p:sp>
        <p:nvSpPr>
          <p:cNvPr id="21" name="Bogen 20">
            <a:extLst>
              <a:ext uri="{FF2B5EF4-FFF2-40B4-BE49-F238E27FC236}">
                <a16:creationId xmlns:a16="http://schemas.microsoft.com/office/drawing/2014/main" id="{C31CBBA2-1D2D-A9BC-38CD-A60C6F3EFC68}"/>
              </a:ext>
            </a:extLst>
          </p:cNvPr>
          <p:cNvSpPr/>
          <p:nvPr/>
        </p:nvSpPr>
        <p:spPr>
          <a:xfrm>
            <a:off x="1654675" y="2225578"/>
            <a:ext cx="4733496" cy="5166723"/>
          </a:xfrm>
          <a:prstGeom prst="arc">
            <a:avLst/>
          </a:prstGeom>
          <a:ln w="47942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A8F1569B-31EF-04E0-D444-CA0F26D59E09}"/>
              </a:ext>
            </a:extLst>
          </p:cNvPr>
          <p:cNvSpPr/>
          <p:nvPr/>
        </p:nvSpPr>
        <p:spPr>
          <a:xfrm>
            <a:off x="1722585" y="3164968"/>
            <a:ext cx="3732160" cy="4073741"/>
          </a:xfrm>
          <a:prstGeom prst="arc">
            <a:avLst/>
          </a:prstGeom>
          <a:ln w="47942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3ECA192A-1EEE-3EDE-D2A6-4241D5242D11}"/>
              </a:ext>
            </a:extLst>
          </p:cNvPr>
          <p:cNvSpPr/>
          <p:nvPr/>
        </p:nvSpPr>
        <p:spPr>
          <a:xfrm>
            <a:off x="1722585" y="4170591"/>
            <a:ext cx="2778419" cy="3032710"/>
          </a:xfrm>
          <a:prstGeom prst="arc">
            <a:avLst/>
          </a:prstGeom>
          <a:ln w="47942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25" name="Grafik 24" descr="Ein Bild, das Grafiken, Symbol, Logo, Grafikdesign enthält.&#10;&#10;Automatisch generierte Beschreibung">
            <a:extLst>
              <a:ext uri="{FF2B5EF4-FFF2-40B4-BE49-F238E27FC236}">
                <a16:creationId xmlns:a16="http://schemas.microsoft.com/office/drawing/2014/main" id="{74936F8A-EF7A-954F-0B86-0B18890AD0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62403" y="377751"/>
            <a:ext cx="515248" cy="515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5305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7EABC2F2-560C-0376-8481-BCF57ED6DAA1}"/>
              </a:ext>
            </a:extLst>
          </p:cNvPr>
          <p:cNvSpPr/>
          <p:nvPr/>
        </p:nvSpPr>
        <p:spPr>
          <a:xfrm>
            <a:off x="2204625" y="189000"/>
            <a:ext cx="6480000" cy="6480000"/>
          </a:xfrm>
          <a:prstGeom prst="round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Bogen 20">
            <a:extLst>
              <a:ext uri="{FF2B5EF4-FFF2-40B4-BE49-F238E27FC236}">
                <a16:creationId xmlns:a16="http://schemas.microsoft.com/office/drawing/2014/main" id="{C31CBBA2-1D2D-A9BC-38CD-A60C6F3EFC68}"/>
              </a:ext>
            </a:extLst>
          </p:cNvPr>
          <p:cNvSpPr/>
          <p:nvPr/>
        </p:nvSpPr>
        <p:spPr>
          <a:xfrm>
            <a:off x="2464205" y="1594640"/>
            <a:ext cx="4733496" cy="5166723"/>
          </a:xfrm>
          <a:prstGeom prst="arc">
            <a:avLst/>
          </a:prstGeom>
          <a:ln w="4476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Bogen 21">
            <a:extLst>
              <a:ext uri="{FF2B5EF4-FFF2-40B4-BE49-F238E27FC236}">
                <a16:creationId xmlns:a16="http://schemas.microsoft.com/office/drawing/2014/main" id="{A8F1569B-31EF-04E0-D444-CA0F26D59E09}"/>
              </a:ext>
            </a:extLst>
          </p:cNvPr>
          <p:cNvSpPr/>
          <p:nvPr/>
        </p:nvSpPr>
        <p:spPr>
          <a:xfrm>
            <a:off x="2532115" y="2534030"/>
            <a:ext cx="3732160" cy="4073741"/>
          </a:xfrm>
          <a:prstGeom prst="arc">
            <a:avLst/>
          </a:prstGeom>
          <a:ln w="4476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Bogen 22">
            <a:extLst>
              <a:ext uri="{FF2B5EF4-FFF2-40B4-BE49-F238E27FC236}">
                <a16:creationId xmlns:a16="http://schemas.microsoft.com/office/drawing/2014/main" id="{3ECA192A-1EEE-3EDE-D2A6-4241D5242D11}"/>
              </a:ext>
            </a:extLst>
          </p:cNvPr>
          <p:cNvSpPr/>
          <p:nvPr/>
        </p:nvSpPr>
        <p:spPr>
          <a:xfrm>
            <a:off x="2532115" y="3539653"/>
            <a:ext cx="2778419" cy="3032710"/>
          </a:xfrm>
          <a:prstGeom prst="arc">
            <a:avLst/>
          </a:prstGeom>
          <a:ln w="447675" cap="rnd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695463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D641B86-1B81-C723-0AF7-82E1A6A14678}"/>
              </a:ext>
            </a:extLst>
          </p:cNvPr>
          <p:cNvSpPr/>
          <p:nvPr/>
        </p:nvSpPr>
        <p:spPr>
          <a:xfrm>
            <a:off x="4493646" y="2038349"/>
            <a:ext cx="3686400" cy="1800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2C8D0CB5-4EEB-8873-D8B4-B0172CB5440E}"/>
              </a:ext>
            </a:extLst>
          </p:cNvPr>
          <p:cNvSpPr/>
          <p:nvPr/>
        </p:nvSpPr>
        <p:spPr>
          <a:xfrm>
            <a:off x="5599636" y="2714334"/>
            <a:ext cx="223650" cy="129160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1026C02D-393A-EA59-1237-FC2DF4024EC6}"/>
              </a:ext>
            </a:extLst>
          </p:cNvPr>
          <p:cNvSpPr/>
          <p:nvPr/>
        </p:nvSpPr>
        <p:spPr>
          <a:xfrm rot="10800000">
            <a:off x="5575292" y="2996584"/>
            <a:ext cx="223650" cy="129160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B5A4DB-B83D-0B2A-9764-A77514A5B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038349"/>
            <a:ext cx="2084046" cy="1797628"/>
          </a:xfrm>
          <a:prstGeom prst="rect">
            <a:avLst/>
          </a:prstGeom>
        </p:spPr>
      </p:pic>
      <p:pic>
        <p:nvPicPr>
          <p:cNvPr id="4" name="Grafik 3" descr="Ein Bild, das Text, Screenshot, Software, Website enthält.&#10;&#10;Automatisch generierte Beschreibung">
            <a:extLst>
              <a:ext uri="{FF2B5EF4-FFF2-40B4-BE49-F238E27FC236}">
                <a16:creationId xmlns:a16="http://schemas.microsoft.com/office/drawing/2014/main" id="{171D3630-A071-0F25-BFCD-858CE727C9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3646" y="2038350"/>
            <a:ext cx="808932" cy="17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3348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D641B86-1B81-C723-0AF7-82E1A6A14678}"/>
              </a:ext>
            </a:extLst>
          </p:cNvPr>
          <p:cNvSpPr/>
          <p:nvPr/>
        </p:nvSpPr>
        <p:spPr>
          <a:xfrm>
            <a:off x="4493646" y="2038349"/>
            <a:ext cx="3686400" cy="1800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4" name="Grafik 3" descr="Ein Bild, das Text, Menschliches Gesicht, Screenshot, Person enthält.&#10;&#10;Automatisch generierte Beschreibung">
            <a:extLst>
              <a:ext uri="{FF2B5EF4-FFF2-40B4-BE49-F238E27FC236}">
                <a16:creationId xmlns:a16="http://schemas.microsoft.com/office/drawing/2014/main" id="{4A4A552C-A0B2-ADE9-4D47-D5FB07C9C2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63961" y="2038349"/>
            <a:ext cx="877705" cy="1797539"/>
          </a:xfrm>
          <a:prstGeom prst="rect">
            <a:avLst/>
          </a:prstGeom>
        </p:spPr>
      </p:pic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2C8D0CB5-4EEB-8873-D8B4-B0172CB5440E}"/>
              </a:ext>
            </a:extLst>
          </p:cNvPr>
          <p:cNvSpPr/>
          <p:nvPr/>
        </p:nvSpPr>
        <p:spPr>
          <a:xfrm>
            <a:off x="5689939" y="2586970"/>
            <a:ext cx="306475" cy="2110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1026C02D-393A-EA59-1237-FC2DF4024EC6}"/>
              </a:ext>
            </a:extLst>
          </p:cNvPr>
          <p:cNvSpPr/>
          <p:nvPr/>
        </p:nvSpPr>
        <p:spPr>
          <a:xfrm rot="10800000">
            <a:off x="5665596" y="2869221"/>
            <a:ext cx="306475" cy="2110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B5A4DB-B83D-0B2A-9764-A77514A5BA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1" y="2038349"/>
            <a:ext cx="1952850" cy="1797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5361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3D641B86-1B81-C723-0AF7-82E1A6A14678}"/>
              </a:ext>
            </a:extLst>
          </p:cNvPr>
          <p:cNvSpPr/>
          <p:nvPr/>
        </p:nvSpPr>
        <p:spPr>
          <a:xfrm>
            <a:off x="4493646" y="2038349"/>
            <a:ext cx="3686400" cy="1800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2C8D0CB5-4EEB-8873-D8B4-B0172CB5440E}"/>
              </a:ext>
            </a:extLst>
          </p:cNvPr>
          <p:cNvSpPr/>
          <p:nvPr/>
        </p:nvSpPr>
        <p:spPr>
          <a:xfrm>
            <a:off x="5689939" y="2586970"/>
            <a:ext cx="306475" cy="2110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1026C02D-393A-EA59-1237-FC2DF4024EC6}"/>
              </a:ext>
            </a:extLst>
          </p:cNvPr>
          <p:cNvSpPr/>
          <p:nvPr/>
        </p:nvSpPr>
        <p:spPr>
          <a:xfrm rot="10800000">
            <a:off x="5665596" y="2869221"/>
            <a:ext cx="306475" cy="2110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EAB5A4DB-B83D-0B2A-9764-A77514A5BA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2038349"/>
            <a:ext cx="1952850" cy="179762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3AA0CD1A-8214-5584-6257-AF62CF34D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1" y="2110939"/>
            <a:ext cx="929502" cy="165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024378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2FDBA-FDFF-5EAF-FEB3-5DA6D545C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C759DD51-EE9D-16E1-EE9F-84E89E8C43E7}"/>
              </a:ext>
            </a:extLst>
          </p:cNvPr>
          <p:cNvSpPr/>
          <p:nvPr/>
        </p:nvSpPr>
        <p:spPr>
          <a:xfrm>
            <a:off x="4493646" y="2038349"/>
            <a:ext cx="3686400" cy="180000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EB29FDC-6147-E65C-C8AB-F60E9888ECB6}"/>
              </a:ext>
            </a:extLst>
          </p:cNvPr>
          <p:cNvSpPr/>
          <p:nvPr/>
        </p:nvSpPr>
        <p:spPr>
          <a:xfrm>
            <a:off x="5689939" y="2586970"/>
            <a:ext cx="306475" cy="2110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57A974D2-D03E-1D63-8B65-3D6BF224778A}"/>
              </a:ext>
            </a:extLst>
          </p:cNvPr>
          <p:cNvSpPr/>
          <p:nvPr/>
        </p:nvSpPr>
        <p:spPr>
          <a:xfrm rot="10800000">
            <a:off x="5665596" y="2869221"/>
            <a:ext cx="306475" cy="211015"/>
          </a:xfrm>
          <a:prstGeom prst="rightArrow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F08A1DAC-4C6D-7B6D-6DF6-1B5B8F82B0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1" y="2038349"/>
            <a:ext cx="1952850" cy="1797628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21F8FE77-668F-4DAD-4E27-074E6DB22F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6301" y="2110939"/>
            <a:ext cx="929502" cy="1652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34884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9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Thomas Decker</dc:creator>
  <cp:lastModifiedBy>Thomas Decker</cp:lastModifiedBy>
  <cp:revision>10</cp:revision>
  <dcterms:created xsi:type="dcterms:W3CDTF">2024-05-01T12:03:53Z</dcterms:created>
  <dcterms:modified xsi:type="dcterms:W3CDTF">2025-01-05T13:12:17Z</dcterms:modified>
</cp:coreProperties>
</file>